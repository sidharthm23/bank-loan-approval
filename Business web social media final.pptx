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4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arget="slides/slide17.xml" Type="http://schemas.openxmlformats.org/officeDocument/2006/relationships/slide"/>  <Relationship Id="rId19" Target="slides/slide18.xml" Type="http://schemas.openxmlformats.org/officeDocument/2006/relationships/slide"/>  <Relationship Id="rId20" Type="http://schemas.openxmlformats.org/officeDocument/2006/relationships/presProps" Target="presProps.xml"/>  <Relationship Id="rId21" Type="http://schemas.openxmlformats.org/officeDocument/2006/relationships/viewProps" Target="viewProps.xml"/>  <Relationship Id="rId22" Type="http://schemas.openxmlformats.org/officeDocument/2006/relationships/theme" Target="theme/theme1.xml"/>  <Relationship Id="rId23" Type="http://schemas.openxmlformats.org/officeDocument/2006/relationships/tableStyles" Target="tableStyles.xml"/>  <Relationship Id="rId24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media/image1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media/image1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media/image1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media/image1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
<Relationships xmlns="http://schemas.openxmlformats.org/package/2006/relationships"><Relationship Id="rId1" Target="../media/image1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
<Relationships xmlns="http://schemas.openxmlformats.org/package/2006/relationships"><Relationship Id="rId1" Target="../media/image1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8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adc5778-afde-43d5-9e60-c2908e27875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2c2f604-519c-4c55-95fd-5556e81379f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f47c34d-2382-4b5a-9c35-842582fa344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33670b7-c3d3-4cec-add7-00c223dcdb0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db50339-0207-4065-84f9-a11cb21910e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b83f824-2891-4534-bbdc-b8d6cbee1e9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21894d5-dcd4-41ea-8c83-a8b5c271a84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89d36c8-b0c6-40b0-8cd6-45b159fb5df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431a3f7-0ea6-4666-8d40-011b5ccb474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702cf69-8ecf-4b19-b0c1-2c3dc63b0d0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70030239-6711-40be-8919-9744a3e835e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8db4b0c-b161-422a-81c3-32a812d008f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1849077-52d7-4f31-8bef-d4bc78a5834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381df2f-3285-4713-959a-629538a10f6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b2f6d93-d92d-4cfc-9014-8234b20e219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9f5c051-aeb5-47d5-866d-7ee66d578ae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0c06fa7-1b3b-436a-876a-282ab0b8009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e5f33ef-ff3b-4dd9-898c-e4cf453417e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2023-12-15T01:04:05.196Z</dcterms:created>
  <dcterms:modified xsi:type="dcterms:W3CDTF">2023-12-15T01:04:05.196Z</dcterms:modified>
</cp:coreProperties>
</file>